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SlideLegible 示範簡報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4A5A75"/>
                </a:solidFill>
              </a:rPr>
              <a:t>深藍底配深藍字：很難讀的副標題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66"/>
                </a:solidFill>
              </a:rPr>
              <a:t>白底淡黃字 Pale yellow on white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AAAAA"/>
                </a:solidFill>
              </a:rPr>
              <a:t>淺灰色的小字註解，常常看不清楚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33333"/>
                </a:solidFill>
              </a:rPr>
              <a:t>這行是正常的深灰字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6400800" cy="2011680"/>
          </a:xfrm>
          <a:prstGeom prst="roundRect">
            <a:avLst/>
          </a:prstGeom>
          <a:solidFill>
            <a:srgbClr val="9DC3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淺藍色塊上的白字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鮮紅底白字（過飽和）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2F2F2"/>
            </a:gs>
            <a:gs pos="100000">
              <a:srgbClr val="C8C8C8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A6A6A6"/>
                </a:solidFill>
              </a:rPr>
              <a:t>柔和漸層上的灰字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00000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808080"/>
                </a:solidFill>
              </a:rPr>
              <a:t>黑白漸層上的灰字：任何字色都救不了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照片背景上的白字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表頭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表頭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D966"/>
                          </a:solidFill>
                        </a:rPr>
                        <a:t>資料 1-0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D966"/>
                          </a:solidFill>
                        </a:rPr>
                        <a:t>資料 1-1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D966"/>
                          </a:solidFill>
                        </a:rPr>
                        <a:t>資料 2-0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D966"/>
                          </a:solidFill>
                        </a:rPr>
                        <a:t>資料 2-1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0">
                <a:solidFill>
                  <a:srgbClr val="C0C0C0">
                    <a:alpha val="30000"/>
                  </a:srgbClr>
                </a:solidFill>
              </a:rPr>
              <a:t>草稿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FFFFFF"/>
                </a:solidFill>
              </a:rPr>
              <a:t>純黑底純白字（可開啟柔化）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